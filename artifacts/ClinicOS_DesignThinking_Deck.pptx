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400" b="1">
                <a:solidFill>
                  <a:srgbClr val="4CAF50"/>
                </a:solidFill>
              </a:defRPr>
            </a:pPr>
            <a:r>
              <a:t>ClinicOS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47472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>
                <a:solidFill>
                  <a:srgbClr val="212121"/>
                </a:solidFill>
              </a:defRPr>
            </a:pPr>
            <a:r>
              <a:t>Local-first clinic documentation by Varaxis</a:t>
            </a:r>
            <a:br/>
            <a:r>
              <a:t>Built for clinics everywhere. Scaling nationally and globally.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4CAF50"/>
                </a:solidFill>
              </a:defRPr>
            </a:pPr>
            <a: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📋 Doctors spend 2+ minutes per patient on documentation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⏱️ Recording consultation and typing notes steals time from care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🏥 Critical data is lost or delayed for analysis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📞 Rural clinics lack resources for dedicated administrative staff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🌍 Healthcare systems need better data capture at scale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4CAF50"/>
                </a:solidFill>
              </a:defRPr>
            </a:pPr>
            <a:r>
              <a:t>Our Solution: ClinicOS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🎤 Records the consultation automatically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🤖 Transcribes locally with faster-whisper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📝 AI-drafts structured clinical notes in real-time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✅ Doctor reviews and signs (with full edit control)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🖨️ Branded prescription prints immediately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💾 Everything stays on the clinic's own computer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4CAF50"/>
                </a:solidFill>
              </a:defRPr>
            </a:pPr>
            <a:r>
              <a:t>Why This Matters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⚡ Doctor keeps 4+ minutes per patient for actual care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🔒 Patient data never leaves the clinic without consent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📊 Structured records enable better clinical oversight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🚀 Scales from single-doctor clinics to hospital networks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🌱 No internet required — works in rural areas with poor connectivity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💰 Runs on existing clinic laptops — minimal capital needed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4CAF50"/>
                </a:solidFill>
              </a:defRPr>
            </a:pPr>
            <a:r>
              <a:t>Varaxis Platform Vision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🏢 Varaxis: Products for healthcare operations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🌍 ClinicOS is built for every clinic, everywhere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📈 From single-doctor rural clinics to multi-clinic networks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🏥 From standalone clinics to hospital systems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🌐 Growing from India to Asia to the world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🔐 Privacy-first. Data stays local. Control stays with the clinic.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4CAF50"/>
                </a:solidFill>
              </a:defRPr>
            </a:pPr>
            <a:r>
              <a:t>What's Built (Sep 2026)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✓ Full consultation flow: consent → record → transcribe → draft → sign → print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✓ Crash recovery &amp; daily automatic backups with restore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✓ Role-based access: doctor, front desk, clinic admin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✓ Patient registry, search by phone, today's patient list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✓ Activity logging for compliance and audit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✓ Public website live at clinicos-varaxis.vercel.app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✓ Contact form for customer inquiries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4CAF50"/>
                </a:solidFill>
              </a:defRPr>
            </a:pPr>
            <a:r>
              <a:t>Local-First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📱 Clinic app: Next.js + SQLite on clinic computer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🎙️ ASR sidecar: faster-whisper for local transcription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🧠 LLM sidecar: Ollama for local note drafting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🌐 Patient portal: Coming soon (Vercel + Supabase)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🔐 No cloud sync of clinical data — only consented shared visits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🛡️ Offline-first: works without internet, syncs when available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4CAF50"/>
                </a:solidFill>
              </a:defRPr>
            </a:pPr>
            <a:r>
              <a:t>What's Coming (v1 Complete)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🩹 Part C: Patient portal — patients access their own records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🤝 Part D: Consent rules &amp; website updated for sharing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⚡ Speed pass: optimize for older clinic laptops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🌐 Multi-clinic management for clinic networks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📱 Mobile app for doctors on the go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🏥 Hospital integrations &amp; larger clinic support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4CAF50"/>
                </a:solidFill>
              </a:defRPr>
            </a:pPr>
            <a:r>
              <a:t>Why Now, Why Varaxis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🎯 India has 70%+ clinics as single-doctor practices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📡 Digital health is a national priority (ABDM, e-Health initiatives)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💡 Tech that works offline is critical in rural areas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🚀 Founder: part-time, bootstrapped, designed with real doctors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🎓 Pilot tested in Krishnanagar clinic (West Bengal)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🌍 Model works for every country with similar healthcare structure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4CAF50"/>
                </a:solidFill>
              </a:defRPr>
            </a:pPr>
            <a:r>
              <a:t>The Real Impact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👨‍⚕️ A rural doctor can serve 20+ more patients per month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📊 Clinical records that actually exist, structured, searchable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💼 Clinic admin has visibility — dashboards, activity logs, exports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🏥 Hospitals can track quality and outcomes across clinics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🌍 Health data becomes available for public health analysis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🔐 Patients own their data and control who sees it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4CAF50"/>
                </a:solidFill>
              </a:defRPr>
            </a:pPr>
            <a:r>
              <a:t>Sustainable Growth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💰 Freemium: basic app free, premium features for networks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🏥 Per-clinic or per-doctor licensing for clinics &amp; hospitals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📊 Anonymous data insights for public health (with consent)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🌐 APIs for EMR/ERP integrations at scale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🚀 Scaling: from rural clinics → city clinics → hospital chains → nations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🎯 First market: India. Next: South Asia. Then: Global South.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400" b="1">
                <a:solidFill>
                  <a:srgbClr val="4CAF50"/>
                </a:solidFill>
              </a:defRPr>
            </a:pPr>
            <a:r>
              <a:t>Ready to Transform Healthcare Documentation?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47472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>
                <a:solidFill>
                  <a:srgbClr val="212121"/>
                </a:solidFill>
              </a:defRPr>
            </a:pPr>
            <a:r>
              <a:t>Get in touch: ishaanseal@gmail.com</a:t>
            </a:r>
            <a:br/>
            <a:r>
              <a:t>clinicos-varaxis.vercel.app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ClinicOS — a design thinking case study</dc:title>
  <dc:subject>PptxGenJS Presentation</dc:subject>
  <dc:creator>Ishaan Seal</dc:creator>
  <cp:lastModifiedBy>Ishaan Seal</cp:lastModifiedBy>
  <cp:revision>1</cp:revision>
  <dcterms:created xsi:type="dcterms:W3CDTF">2026-09-03T04:49:20Z</dcterms:created>
  <dcterms:modified xsi:type="dcterms:W3CDTF">2026-09-03T04:49:20Z</dcterms:modified>
</cp:coreProperties>
</file>